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temps réel, gestion de fichiers &amp; orchestration DevOps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de projet — NodeJS &amp; DevOps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IW — 31 juillet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quiz en temps réel, pensé comme un vrai produit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de quiz où la réponse est validée et diffusée instantanément, sans recharger la page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illustrées : upload, redimensionnement et transformation d'images à la volée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complète, du code à la mise en production : Docker, orchestration, CI/CD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600200"/>
            <a:ext cx="3822192" cy="4206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809244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NOUS DIFFÉRENCIE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40280"/>
            <a:ext cx="3291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d'images à la demande, mise en cache avec Redis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compatible S3 (Minio), pas seulement local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dev dockerisé avec live-reload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 puis CD, déclenché seulement si les tests passent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Soutenance NodeJS &amp; DevOps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NodeJS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gestion de fichiers, communication instantanée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— API REST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Exposer et fiabiliser les données du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6367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lire et lier plusieurs entités (utilisateurs, questions, médias, réponses) sans réinventer une couche d'accès aux données.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5511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pour le routage HTTP, Prisma comme ORM : le schéma (schema.prisma) sert à la fois de source de vérité pour la base et de types TypeScript.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34655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 (/api/users, /api/questions, /api/media…) qui manipulent des objets typés, sans écrire de SQL à la main.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91672" cy="141732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 à assumer en soutenance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d'entrée (class-validator) et l'authentification ne sont pas encore en place : les routes fonctionnent, mais rien n'empêche aujourd'hui un appel malformé ou non autorisé.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NodeJS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— GESTION DES FICHIERS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images variées, à stocker et servir efficacement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6367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des images de tailles et formats variés pour les questions et les avatars, sans stocker des fichiers surdimensionnés.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5511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réceptionne le fichier en mémoire, Sharp le redimensionne avant écriture ; une entité Media garde la trace (taille, dimensions, URL).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3465576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interchangeable local ou S3 (Minio), et transformation à la volée (largeur, format, qualité) mise en cache dans Redis pour ne jamais la recalculer deux fois.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91672" cy="12344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/api/media/:id/transform ?width=&amp;format=&amp;quality=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requête : Sharp transforme l'image et le résultat est mis en cache Redis. Requêtes suivantes : réponse servie depuis le cache (en-tête X-Cache: HIT).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NodeJS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 — COMMUNICATION INSTANTANÉE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réagir le jeu sans que le client interroge le serveur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63677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est unidirectionnel : le client doit sans cesse redemander si une réponse a été traitée. Trop lourd pour un quiz réactif.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55117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établit un canal bidirectionnel après un handshake HTTP : le client émet quiz:answer, le serveur répond immédiatement via un accusé de réception (ack).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364845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correction et l'enregistrement en base se font dans le même aller-retour, sans polling ni rechargement de page.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91672" cy="12344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800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 à assumer en soutenance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est encore directement dans server.ts (pas de classe dédiée), et le canal n'est pas authentifié : n'importe qui peut aujourd'hui émettre une réponse.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NodeJS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CI-CD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l'image Docker au pipeline de déploiement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IMAGE DOCKER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image de développement, une image de production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54533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compile avec des outils de dev (TypeScript, ts-node…) qu'on ne veut surtout pas retrouver dans l'image livrée en production.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4206240" cy="1965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builder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(avec devDependencies)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prisma generate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(tsc)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92040" y="3470148"/>
            <a:ext cx="731520" cy="329184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2651760"/>
            <a:ext cx="4206240" cy="196596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image finale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32461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--omit=dev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--from=builder dist/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TypeScript, aucune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une image finale nettement plus légère, sans dépendances de compilation.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DevOps / CI-CD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services, un seul docker compose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54533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dépend d'une base de données, d'un cache et d'un stockage d'objets : les lancer et les relier à la main n'est pas tenable.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24328" cy="21488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88036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3337560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NodeJS, build ciblé sur le stage builder + volume ./src monté : le code modifié recharge le serveur sans reconstruire l'image.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697480"/>
            <a:ext cx="2624328" cy="2148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288036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02736" y="3337560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8, conforme au schéma Prisma. Un healthcheck retarde le démarrage de l'app tant que la base n'est pas prête.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54496" y="2697480"/>
            <a:ext cx="2624328" cy="2148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288036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55664" y="3337560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des transformations d'images à la volée.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07424" y="2697480"/>
            <a:ext cx="2624328" cy="21488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9308592" y="288036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08592" y="3337560"/>
            <a:ext cx="2221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compatible S3 pour les médias uploadés.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DevOps / CI-CD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INTÉGRATION CONTINUE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construire une image à partir d'un code qui échoue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54533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automatiquement une régression (compilation, logique métier) avant qu'elle n'atteigne l'image Docker.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27685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tests Jest/Supertest ciblés (correction des réponses, route de création d'utilisateur), avec Prisma simulé : pas besoin d'une vraie base pour les exécuter dans la CI.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96112" y="3520440"/>
            <a:ext cx="1874520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3520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380847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>
            <a:off x="3026664" y="3520440"/>
            <a:ext cx="1874520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026664" y="3520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generate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380847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57216" y="3520440"/>
            <a:ext cx="1874520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5157216" y="3520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50024" y="380847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7768" y="3520440"/>
            <a:ext cx="1874520" cy="777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287768" y="3520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80576" y="3808476"/>
            <a:ext cx="219456" cy="201168"/>
          </a:xfrm>
          <a:prstGeom prst="rightArrow">
            <a:avLst/>
          </a:prstGeom>
          <a:solidFill>
            <a:srgbClr val="C9A24B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3520440"/>
            <a:ext cx="1874520" cy="77724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35204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Déclenché à chaque push et pull request — .github/workflows/ci.yml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DevOps / CI-CD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DÉPLOIEMENT CONTINU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Publier une image, seulement si la CI a validé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63677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second pipeline (cd.yml) écoute la fin du pipeline CI : s'il a réussi sur main, l'image est construite puis publiée sur GitHub Container Registry.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91672" cy="18288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L'ÉPREUVE EN CONDITIONS RÉELLES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10515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lancement : conflit sur le port 3306 (MySQL local déjà utilisé) → port hôte de la base déplacé sur 3307, la connexion interne entre containers reste inchangée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lancement : conflit sur le port 3000 (un ancien npm run dev encore actif) → port libéré, et non redéployé côté Docker car le frontend appelle localhost:3000 en dur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DevOps / CI-CD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— 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reste à faire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MANUELLES (déjà identifiées, pas automatisables par un fichier)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642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réellement les nouvelles dépendances de test et committer le lockfile mis à jour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protection de la branche main sur GitHub (statut CI obligatoire avant fusion)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PRIORISÉ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429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(login + session/JWT) sur les routes REST et le canal WebSocket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9959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39959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d'entrée structurée (class-validator ou équivalent) en middleware réutilisable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5628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56285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de tests API versionnée (Bruno) plutôt qu'un simple document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1297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512978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la logique WebSocket dans une classe dédiée + gestion de salons (rooms)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DevOps / CI-CD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l'on retient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657600"/>
          </a:xfrm>
          <a:prstGeom prst="rect">
            <a:avLst/>
          </a:prstGeom>
          <a:solidFill>
            <a:srgbClr val="2431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cohabiter live-reload et image de production sans dupliquer le Dockerfile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Enchaîner les services (BDD, cache, stockage) sans ordre de démarrage explicite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conflits de ports bien réels au premier lancement, à diagnostiquer et corriger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657600"/>
          </a:xfrm>
          <a:prstGeom prst="rect">
            <a:avLst/>
          </a:prstGeom>
          <a:solidFill>
            <a:srgbClr val="24314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SUCCÈS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800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CI/CD qui build, teste et publie l'image sans intervention manuelle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qui répond en temps réel, avec gestion d'images complète (upload, resize, cache)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orchestration Docker qui tient debout en conditions réelles, pas seulement en théorie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Soutenance NodeJS &amp; DevOps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51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techniques — NodeJS &amp; DevOps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502920" cy="54864"/>
          </a:xfrm>
          <a:prstGeom prst="rect">
            <a:avLst/>
          </a:prstGeom>
          <a:solidFill>
            <a:srgbClr val="C9A24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2026-07-27T07:35:24Z</dcterms:created>
  <dcterms:modified xsi:type="dcterms:W3CDTF">2026-07-27T07:35:24Z</dcterms:modified>
</cp:coreProperties>
</file>