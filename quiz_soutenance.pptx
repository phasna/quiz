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148840"/>
            <a:ext cx="502920" cy="54864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3317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48640" y="32461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temps réel, gestion de fichiers &amp; orchestration DevOps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de projet — NodeJS &amp; DevOps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IW — 31 juillet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quiz en temps réel, pensé comme un vrai produit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66751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–"/>
            </a:pPr>
            <a:r>
              <a:rPr lang="en-US" sz="15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jeu de quiz où la réponse est validée et diffusée instantanément, sans recharger la page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–"/>
            </a:pPr>
            <a:r>
              <a:rPr lang="en-US" sz="15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illustrées : upload, redimensionnement et transformation d'images à la volée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–"/>
            </a:pPr>
            <a:r>
              <a:rPr lang="en-US" sz="15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chaîne complète, du code à la mise en production : Docker, orchestration, CI/CD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818120" y="1554480"/>
            <a:ext cx="3822192" cy="425196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8092440" y="1783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NOUS DIFFÉRENCIE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092440" y="2194560"/>
            <a:ext cx="32918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d'images à la demande, mise en cache avec Redis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compatible S3 (Minio), pas seulement local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Environnement de dev dockerisé avec live-reload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–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 puis CD, déclenché seulement si les tests passent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Soutenance NodeJS &amp; DevOps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031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548640" y="34290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NodeJS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REST, gestion de fichiers, communication instantanée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 — API REST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schéma qui pilote la base ET les types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BESOIN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exposer plusieurs entités liées (utilisateurs, questions, médias, réponses) sans jamais désynchroniser le code et la base.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52120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pour le routage HTTP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comme ORM : le schéma génère les types TypeScript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migrations successives : Media, Question, avatar User, Answer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89320" y="2148840"/>
            <a:ext cx="5650992" cy="2450592"/>
          </a:xfrm>
          <a:prstGeom prst="rect">
            <a:avLst/>
          </a:prstGeom>
          <a:solidFill>
            <a:srgbClr val="161D2E"/>
          </a:solidFill>
          <a:ln/>
        </p:spPr>
      </p:sp>
      <p:sp>
        <p:nvSpPr>
          <p:cNvPr id="7" name="Text 5"/>
          <p:cNvSpPr/>
          <p:nvPr/>
        </p:nvSpPr>
        <p:spPr>
          <a:xfrm>
            <a:off x="6245352" y="225856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1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prisma/schema.prisma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245352" y="2532888"/>
            <a:ext cx="51389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User {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       Int     @id @default(autoincrement())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username  String  @unique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avatarId  Int?    @unique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avatar    Media?  @relation(fields: [avatarId], ...)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answers   Answer[]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4709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si un champ change dans le schéma, le code ne compile plus tant qu'il n'est pas mis à jour partout.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— NodeJS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 — API REST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erreurs Prisma traduites en vraies réponses HTTP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BESOIN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renvoyer une erreur 500 générique quand la base refuse une écriture pour une raison prévisible.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2999232"/>
          </a:xfrm>
          <a:prstGeom prst="rect">
            <a:avLst/>
          </a:prstGeom>
          <a:solidFill>
            <a:srgbClr val="161D2E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212848"/>
            <a:ext cx="10579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1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src/routes/users.ts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487168"/>
            <a:ext cx="1057960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{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user = await prisma.user.create({ data: { username } });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res.status(201).json(user);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catch (err) {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8C9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(err.code === 'P2002') {                  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res.status(409).json({ error: "Nom déjà utilisé" });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throw err;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2852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P2002 = contrainte unique violée → 409. Même logique avec P2025 (ressource inexistante) sur la mise à jour d'avatar → 404.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— NodeJS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 — API REST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bonne réponse ne quitte jamais le serveur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BESOIN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empêcher un joueur curieux de trouver la réponse en inspectant simplement le trafic réseau du navigateur.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2450592"/>
          </a:xfrm>
          <a:prstGeom prst="rect">
            <a:avLst/>
          </a:prstGeom>
          <a:solidFill>
            <a:srgbClr val="161D2E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212848"/>
            <a:ext cx="10579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1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src/server.ts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487168"/>
            <a:ext cx="105796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app.get('/api/questions', async (req, res) =&gt; {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questions = await prisma.question.findMany({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8C9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select: { id: true, question: true, options: true, imageUrl: true }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8891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pas de "answer" ici — volontairement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res.json(questions);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L'option select de Prisma restreint les colonnes renvoyées : la réponse n'existe simplement pas dans la charge utile.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— NodeJS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 — GESTION DES FICHIERS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Accepter des images, jamais n'importe lesquelles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BESOIN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accepter des images variées pour les questions et les avatars, sans stocker des fichiers surdimensionnés ou hors-format.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3246120"/>
          </a:xfrm>
          <a:prstGeom prst="rect">
            <a:avLst/>
          </a:prstGeom>
          <a:solidFill>
            <a:srgbClr val="161D2E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212848"/>
            <a:ext cx="10579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1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src/routes/media.ts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487168"/>
            <a:ext cx="10579608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upload = multer({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storage: multer.memoryStorage(),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C9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limits: { fileSize: 5 * 1024 * 1024 }, // 5 Mo max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fileFilter: (req, file, cb) =&gt; 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ok = ['image/jpeg','image/png','image/webp','image/gif'];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cb(ok.includes(file.mimetype) ? null : new Error('Format refusé'), true);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sharp(req.file.buffer)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C9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.resize({ width: 800, withoutEnlargement: true })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.toBuffer({ resolveWithObject: true });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de fichier unique (horodatage + octets aléatoires) : jamais d'écrasement, jamais de collision.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— NodeJS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 — GESTION DES FICHIERS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Stockage interchangeable, transformation mise en cache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BESOIN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 le stockage sans réécrire les routes, et ne jamais recalculer deux fois la même transformation d'image.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49240" cy="3611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240280"/>
            <a:ext cx="4837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INTERCHANGEABLE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04672" y="2606040"/>
            <a:ext cx="48371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interface : saveFile / getBuffer / deleteFile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implémentations : disque local ou S3 (Minio)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 par une variable d'environnement — les routes l'ignorent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bucket Minio et sa policy publique sont créés automatiquement au premier usage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2057400"/>
            <a:ext cx="5349240" cy="3273552"/>
          </a:xfrm>
          <a:prstGeom prst="rect">
            <a:avLst/>
          </a:prstGeom>
          <a:solidFill>
            <a:srgbClr val="161D2E"/>
          </a:solidFill>
          <a:ln/>
        </p:spPr>
      </p:sp>
      <p:sp>
        <p:nvSpPr>
          <p:cNvPr id="9" name="Text 7"/>
          <p:cNvSpPr/>
          <p:nvPr/>
        </p:nvSpPr>
        <p:spPr>
          <a:xfrm>
            <a:off x="6519672" y="2167128"/>
            <a:ext cx="4837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1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src/routes/media.ts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19672" y="2441448"/>
            <a:ext cx="48371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key = `media:transform:${id}:` +</a:t>
            </a: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`${w}x${h}:${format}:${quality}`;</a:t>
            </a: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cached = await cache.getCache(key);</a:t>
            </a: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(cached) {</a:t>
            </a: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8C9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res.set('X-Cache', 'HIT');           </a:t>
            </a: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res.send(Buffer.from(cached,'base64'));</a:t>
            </a: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8891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transformation Sharp puis ...</a:t>
            </a: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8C9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res.set('X-Cache', 'MISS');            </a:t>
            </a:r>
            <a:endParaRPr lang="en-US" sz="1130" dirty="0"/>
          </a:p>
        </p:txBody>
      </p:sp>
      <p:sp>
        <p:nvSpPr>
          <p:cNvPr id="11" name="Text 9"/>
          <p:cNvSpPr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Redis tombe : le cache se désactive tout seul (pas de crash) — l'app dégrade proprement plutôt que de planter.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— NodeJS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 — COMMUNICATION INSTANTANÉE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retour immédiat, sans que le client ne redemande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BESOIN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réagir en temps réel à une réponse de quiz — HTTP est unidirectionnel, donc mal adapté à ce besoin.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3796" y="2834640"/>
            <a:ext cx="2514600" cy="9144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653796" y="28346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Handshake HTTP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86684" y="3191256"/>
            <a:ext cx="237744" cy="201168"/>
          </a:xfrm>
          <a:prstGeom prst="rightArrow">
            <a:avLst/>
          </a:prstGeom>
          <a:solidFill>
            <a:srgbClr val="C9A24B"/>
          </a:solidFill>
          <a:ln/>
        </p:spPr>
      </p:sp>
      <p:sp>
        <p:nvSpPr>
          <p:cNvPr id="8" name="Shape 6"/>
          <p:cNvSpPr/>
          <p:nvPr/>
        </p:nvSpPr>
        <p:spPr>
          <a:xfrm>
            <a:off x="3442716" y="2834640"/>
            <a:ext cx="2514600" cy="9144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9" name="Text 7"/>
          <p:cNvSpPr/>
          <p:nvPr/>
        </p:nvSpPr>
        <p:spPr>
          <a:xfrm>
            <a:off x="3442716" y="28346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ws://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3191256"/>
            <a:ext cx="237744" cy="201168"/>
          </a:xfrm>
          <a:prstGeom prst="rightArrow">
            <a:avLst/>
          </a:prstGeom>
          <a:solidFill>
            <a:srgbClr val="C9A24B"/>
          </a:solidFill>
          <a:ln/>
        </p:spPr>
      </p:sp>
      <p:sp>
        <p:nvSpPr>
          <p:cNvPr id="11" name="Shape 9"/>
          <p:cNvSpPr/>
          <p:nvPr/>
        </p:nvSpPr>
        <p:spPr>
          <a:xfrm>
            <a:off x="6231636" y="2834640"/>
            <a:ext cx="2514600" cy="9144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" name="Text 10"/>
          <p:cNvSpPr/>
          <p:nvPr/>
        </p:nvSpPr>
        <p:spPr>
          <a:xfrm>
            <a:off x="6231636" y="28346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bidirectionnel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764524" y="3191256"/>
            <a:ext cx="237744" cy="201168"/>
          </a:xfrm>
          <a:prstGeom prst="rightArrow">
            <a:avLst/>
          </a:prstGeom>
          <a:solidFill>
            <a:srgbClr val="C9A24B"/>
          </a:solidFill>
          <a:ln/>
        </p:spPr>
      </p:sp>
      <p:sp>
        <p:nvSpPr>
          <p:cNvPr id="14" name="Shape 12"/>
          <p:cNvSpPr/>
          <p:nvPr/>
        </p:nvSpPr>
        <p:spPr>
          <a:xfrm>
            <a:off x="9020556" y="2834640"/>
            <a:ext cx="2514600" cy="914400"/>
          </a:xfrm>
          <a:prstGeom prst="rect">
            <a:avLst/>
          </a:prstGeom>
          <a:solidFill>
            <a:srgbClr val="1E2A44"/>
          </a:solidFill>
          <a:ln/>
        </p:spPr>
      </p:sp>
      <p:sp>
        <p:nvSpPr>
          <p:cNvPr id="15" name="Text 13"/>
          <p:cNvSpPr/>
          <p:nvPr/>
        </p:nvSpPr>
        <p:spPr>
          <a:xfrm>
            <a:off x="9020556" y="28346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quiz:answer + ack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client reçoit sa propre réponse via un accusé de réception (ack) — pas une diffusion à tout le monde.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— NodeJS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 — COMMUNICATION INSTANTANÉE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seule règle métier, deux façons d'y accéder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BESOIN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éviter de dupliquer la logique de correction entre la route REST et le canal WebSocket.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49240" cy="1627632"/>
          </a:xfrm>
          <a:prstGeom prst="rect">
            <a:avLst/>
          </a:prstGeom>
          <a:solidFill>
            <a:srgbClr val="161D2E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167128"/>
            <a:ext cx="4837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1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src/server.ts — REST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441448"/>
            <a:ext cx="48371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app.post('/api/submit', async (req,res) =&gt; {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8C9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 = await submitAnswer(req.body); 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res.json(r);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2057400"/>
            <a:ext cx="5349240" cy="2176272"/>
          </a:xfrm>
          <a:prstGeom prst="rect">
            <a:avLst/>
          </a:prstGeom>
          <a:solidFill>
            <a:srgbClr val="161D2E"/>
          </a:solidFill>
          <a:ln/>
        </p:spPr>
      </p:sp>
      <p:sp>
        <p:nvSpPr>
          <p:cNvPr id="9" name="Text 7"/>
          <p:cNvSpPr/>
          <p:nvPr/>
        </p:nvSpPr>
        <p:spPr>
          <a:xfrm>
            <a:off x="6519672" y="2167128"/>
            <a:ext cx="4837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1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src/server.ts — WebSocket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19672" y="2441448"/>
            <a:ext cx="48371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io.on('connection', (socket) =&gt; {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socket.on('quiz:answer', async (p, ack) =&gt; {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8C9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r = await submitAnswer(p);      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ack(r);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44348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submitAnswer()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846320"/>
            <a:ext cx="11091672" cy="9144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846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fonction : vérifie la réponse, l'enregistre en base, renvoie le résultat. Utilisée à l'identique par les deux transports.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— NodeJS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 — PROCHAINES ÉTAPES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qu'on assume ne pas avoir encore fait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1672" cy="10058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90195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017520" y="19019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validation d'entrée générique (class-validator) ni authentification sur les routes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11091672" cy="10058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09067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17520" y="30906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classe dédiée à la gestion des connexions, canal accessible sans authentification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11091672" cy="1005840"/>
          </a:xfrm>
          <a:prstGeom prst="rect">
            <a:avLst/>
          </a:prstGeom>
          <a:solidFill>
            <a:srgbClr val="1E2A44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42793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017520" y="427939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+ validation structurée, avant toute mise en production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— NodeJS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031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548640" y="34290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 / CI-CD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l'image Docker au pipeline de déploiement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— IMAGE DOCKER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image de dev, une image de production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BESOIN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retrouver TypeScript, ts-node ou nodemon dans l'image livrée en production.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2724912"/>
          </a:xfrm>
          <a:prstGeom prst="rect">
            <a:avLst/>
          </a:prstGeom>
          <a:solidFill>
            <a:srgbClr val="161D2E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212848"/>
            <a:ext cx="10579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1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Dockerfile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487168"/>
            <a:ext cx="1057960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30" dirty="0">
                <a:solidFill>
                  <a:srgbClr val="E8C9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node:20-alpine AS builder</a:t>
            </a:r>
            <a:endParaRPr lang="en-US" sz="12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npm install</a:t>
            </a:r>
            <a:endParaRPr lang="en-US" sz="12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npx prisma generate</a:t>
            </a:r>
            <a:endParaRPr lang="en-US" sz="12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30" dirty="0">
                <a:solidFill>
                  <a:srgbClr val="8891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npm run build              # compile TypeScript -&gt; dist/</a:t>
            </a:r>
            <a:endParaRPr lang="en-US" sz="1230" dirty="0"/>
          </a:p>
          <a:p>
            <a:pPr indent="0" marL="0">
              <a:lnSpc>
                <a:spcPct val="105000"/>
              </a:lnSpc>
              <a:buNone/>
            </a:pPr>
            <a:endParaRPr lang="en-US" sz="12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30" dirty="0">
                <a:solidFill>
                  <a:srgbClr val="E8C9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node:20-alpine             # 2e stage, image finale</a:t>
            </a:r>
            <a:endParaRPr lang="en-US" sz="12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npm install --omit=dev</a:t>
            </a:r>
            <a:endParaRPr lang="en-US" sz="12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--from=builder /app/dist ./dist</a:t>
            </a:r>
            <a:endParaRPr lang="en-US" sz="1230" dirty="0"/>
          </a:p>
        </p:txBody>
      </p:sp>
      <p:sp>
        <p:nvSpPr>
          <p:cNvPr id="8" name="Text 6"/>
          <p:cNvSpPr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stage builder n'est jamais conservé : seul dist/ passe dans l'image finale, plus légère et sans code source.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DevOps / CI-CD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— ORCHESTRATION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services, un seul docker compose up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BESOIN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 et relier base de données, cache et stockage sans les orchestrer à la main à chaque fois.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24328" cy="2286000"/>
          </a:xfrm>
          <a:prstGeom prst="rect">
            <a:avLst/>
          </a:prstGeom>
          <a:solidFill>
            <a:srgbClr val="1E2A44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2468880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2926080"/>
            <a:ext cx="22219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80" dirty="0">
                <a:solidFill>
                  <a:srgbClr val="C9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sur le stage builder + volume ./src monté : live-reload sans reconstruire l'image.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3401568" y="2286000"/>
            <a:ext cx="2624328" cy="22860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9" name="Text 7"/>
          <p:cNvSpPr/>
          <p:nvPr/>
        </p:nvSpPr>
        <p:spPr>
          <a:xfrm>
            <a:off x="3602736" y="2468880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02736" y="2926080"/>
            <a:ext cx="22219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 Un healthcheck retarde le démarrage de l'app tant que la base n'est pas prête.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6254496" y="2286000"/>
            <a:ext cx="2624328" cy="22860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" name="Text 10"/>
          <p:cNvSpPr/>
          <p:nvPr/>
        </p:nvSpPr>
        <p:spPr>
          <a:xfrm>
            <a:off x="6455664" y="2468880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55664" y="2926080"/>
            <a:ext cx="22219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des transformations d'images à la volée.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107424" y="2286000"/>
            <a:ext cx="2624328" cy="22860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9308592" y="2468880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08592" y="2926080"/>
            <a:ext cx="22219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compatible S3 pour les médias.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volume ./src remplace, au démarrage, le dossier copié à la construction : nodemon (dans le container) recharge le serveur.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DevOps / CI-CD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— TESTS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 la logique métier sans vraie base de données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BESOIN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attraper une régression avant qu'elle n'atteigne l'image Docker, sans dépendre d'une infrastructure lourde.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3273552"/>
          </a:xfrm>
          <a:prstGeom prst="rect">
            <a:avLst/>
          </a:prstGeom>
          <a:solidFill>
            <a:srgbClr val="161D2E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212848"/>
            <a:ext cx="10579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1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tests/answers.test.ts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487168"/>
            <a:ext cx="1057960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8C9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jest.mock('../src/lib/prisma', () =&gt; ({</a:t>
            </a: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default: { question: { findUnique: jest.fn() },</a:t>
            </a: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answer: { create: jest.fn() } }</a:t>
            </a: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}));</a:t>
            </a: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test('renvoie correct=true si la réponse est bonne', async () =&gt; {</a:t>
            </a: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mockedFindUnique.mockResolvedValue({ id: 1, answer: 'Paris' });</a:t>
            </a: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result = await submitAnswer({ questionId: 1, selectedAnswer: 'Paris' });</a:t>
            </a: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expect(result.correct).toBe(true);</a:t>
            </a:r>
            <a:endParaRPr lang="en-US" sz="11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30" dirty="0"/>
          </a:p>
        </p:txBody>
      </p:sp>
      <p:sp>
        <p:nvSpPr>
          <p:cNvPr id="8" name="Text 6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entièrement simulé : les tests s'exécutent en quelques secondes, n'importe où, y compris en CI.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DevOps / CI-CD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— INTÉGRATION CONTINUE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jamais construire une image depuis un code cassé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BESOIN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détecter une régression avant qu'elle n'atteigne la production, à chaque push et pull request.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" y="2743200"/>
            <a:ext cx="1874520" cy="7772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7432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ci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88920" y="3031236"/>
            <a:ext cx="219456" cy="201168"/>
          </a:xfrm>
          <a:prstGeom prst="rightArrow">
            <a:avLst/>
          </a:prstGeom>
          <a:solidFill>
            <a:srgbClr val="C9A24B"/>
          </a:solidFill>
          <a:ln/>
        </p:spPr>
      </p:sp>
      <p:sp>
        <p:nvSpPr>
          <p:cNvPr id="8" name="Shape 6"/>
          <p:cNvSpPr/>
          <p:nvPr/>
        </p:nvSpPr>
        <p:spPr>
          <a:xfrm>
            <a:off x="3026664" y="2743200"/>
            <a:ext cx="1874520" cy="7772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9" name="Text 7"/>
          <p:cNvSpPr/>
          <p:nvPr/>
        </p:nvSpPr>
        <p:spPr>
          <a:xfrm>
            <a:off x="3026664" y="27432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generate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919472" y="3031236"/>
            <a:ext cx="219456" cy="201168"/>
          </a:xfrm>
          <a:prstGeom prst="rightArrow">
            <a:avLst/>
          </a:prstGeom>
          <a:solidFill>
            <a:srgbClr val="C9A24B"/>
          </a:solidFill>
          <a:ln/>
        </p:spPr>
      </p:sp>
      <p:sp>
        <p:nvSpPr>
          <p:cNvPr id="11" name="Shape 9"/>
          <p:cNvSpPr/>
          <p:nvPr/>
        </p:nvSpPr>
        <p:spPr>
          <a:xfrm>
            <a:off x="5157216" y="2743200"/>
            <a:ext cx="1874520" cy="7772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" name="Text 10"/>
          <p:cNvSpPr/>
          <p:nvPr/>
        </p:nvSpPr>
        <p:spPr>
          <a:xfrm>
            <a:off x="5157216" y="27432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050024" y="3031236"/>
            <a:ext cx="219456" cy="201168"/>
          </a:xfrm>
          <a:prstGeom prst="rightArrow">
            <a:avLst/>
          </a:prstGeom>
          <a:solidFill>
            <a:srgbClr val="C9A24B"/>
          </a:solidFill>
          <a:ln/>
        </p:spPr>
      </p:sp>
      <p:sp>
        <p:nvSpPr>
          <p:cNvPr id="14" name="Shape 12"/>
          <p:cNvSpPr/>
          <p:nvPr/>
        </p:nvSpPr>
        <p:spPr>
          <a:xfrm>
            <a:off x="7287768" y="2743200"/>
            <a:ext cx="1874520" cy="7772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7287768" y="27432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80576" y="3031236"/>
            <a:ext cx="219456" cy="201168"/>
          </a:xfrm>
          <a:prstGeom prst="rightArrow">
            <a:avLst/>
          </a:prstGeom>
          <a:solidFill>
            <a:srgbClr val="C9A24B"/>
          </a:solidFill>
          <a:ln/>
        </p:spPr>
      </p:sp>
      <p:sp>
        <p:nvSpPr>
          <p:cNvPr id="17" name="Shape 15"/>
          <p:cNvSpPr/>
          <p:nvPr/>
        </p:nvSpPr>
        <p:spPr>
          <a:xfrm>
            <a:off x="9418320" y="2743200"/>
            <a:ext cx="1874520" cy="777240"/>
          </a:xfrm>
          <a:prstGeom prst="rect">
            <a:avLst/>
          </a:prstGeom>
          <a:solidFill>
            <a:srgbClr val="1E2A44"/>
          </a:solidFill>
          <a:ln/>
        </p:spPr>
      </p:sp>
      <p:sp>
        <p:nvSpPr>
          <p:cNvPr id="18" name="Text 16"/>
          <p:cNvSpPr/>
          <p:nvPr/>
        </p:nvSpPr>
        <p:spPr>
          <a:xfrm>
            <a:off x="9418320" y="27432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image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3840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une étape échoue, les suivantes ne se lancent pas — .github/workflows/ci.yml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DevOps / CI-CD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— DÉPLOIEMENT CONTINU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Publier une image, seulement si la CI a validé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BESOIN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jamais publier une image construite à partir d'un code qui échoue.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110642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cd.yml se déclenche sur la fin (workflow_run) du pipeline CI, avec une condition explicite de succès</a:t>
            </a:r>
            <a:endParaRPr lang="en-US" sz="1400" dirty="0"/>
          </a:p>
          <a:p>
            <a:pPr marL="342900" indent="-342900">
              <a:lnSpc>
                <a:spcPct val="115000"/>
              </a:lnSpc>
              <a:buSzPct val="100000"/>
              <a:buChar char="–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CI a réussi sur main : build + push vers GitHub Container Registry, tagué latest et avec le hash du commit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À L'ÉPREUVE EN CONDITIONS RÉELLES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11091672" cy="1627632"/>
          </a:xfrm>
          <a:prstGeom prst="rect">
            <a:avLst/>
          </a:prstGeom>
          <a:solidFill>
            <a:srgbClr val="161D2E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21608"/>
            <a:ext cx="10579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91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 — 1er lancement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04672" y="3995928"/>
            <a:ext cx="105796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up -d --build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C9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response from daemon: Ports are not available: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7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exposing port TCP 0.0.0.0:3306 -&gt; 0.0.0.0:0: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C9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listen tcp4 0.0.0.0:3306: bind: address already in use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port hôte de MySQL déplacé sur 3307 (connexion inter-containers inchangée). 2e conflit rencontré sur le port 3000 : port libéré plutôt que remappé, car le frontend appelle localhost:3000 en dur.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DevOps / CI-CD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— PROCHAINES ÉTAPES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reste à faire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MANUELLES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10642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–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réellement les dépendances de test et committer le lockfile mis à jour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–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Activer la protection de la branche main sur GitHub (statut CI obligatoire)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D'ACTION PRIORISÉ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011680" y="32461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(login + session/JWT) sur les routes REST et le canal WebSocket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38130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011680" y="381304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d'entrée structurée (class-validator ou équivalent) en middleware réutilisable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379976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011680" y="437997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 tests API versionnée (Bruno) plutôt qu'un simple document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494690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011680" y="4946904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Extraire la logique WebSocket dans une classe dédiée + gestion de salons (rooms)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DevOps / CI-CD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l'on retient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3657600"/>
          </a:xfrm>
          <a:prstGeom prst="rect">
            <a:avLst/>
          </a:prstGeom>
          <a:solidFill>
            <a:srgbClr val="24314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9456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DIFFICULTÉS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4800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E4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 structurer le code tout en trouvant le temps de traiter la sécurité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E4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cohabiter live-reload et image de production sans dupliquer le Dockerfile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–"/>
            </a:pPr>
            <a:r>
              <a:rPr lang="en-US" sz="1350" dirty="0">
                <a:solidFill>
                  <a:srgbClr val="E4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conflits de ports bien réels au premier lancement, diagnostiqués et corrigés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965960"/>
            <a:ext cx="5349240" cy="3657600"/>
          </a:xfrm>
          <a:prstGeom prst="rect">
            <a:avLst/>
          </a:prstGeom>
          <a:solidFill>
            <a:srgbClr val="24314F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219456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SUCCÈS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560320"/>
            <a:ext cx="4800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E4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API temps réel avec une gestion d'images complète (upload, resize, transform, cache)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E4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logique métier réutilisée entre REST et WebSocket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–"/>
            </a:pPr>
            <a:r>
              <a:rPr lang="en-US" sz="1350" dirty="0">
                <a:solidFill>
                  <a:srgbClr val="E4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pipeline CI/CD qui construit, teste et publie l'image sans intervention manuelle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Soutenance NodeJS &amp; DevOps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468880"/>
            <a:ext cx="502920" cy="54864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651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6118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techniques — NodeJS &amp; DevOps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2026-07-27T08:18:47Z</dcterms:created>
  <dcterms:modified xsi:type="dcterms:W3CDTF">2026-07-27T08:18:47Z</dcterms:modified>
</cp:coreProperties>
</file>